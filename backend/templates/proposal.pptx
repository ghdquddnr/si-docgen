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_accent_bar"/>
          <p:cNvSpPr/>
          <p:nvPr/>
        </p:nvSpPr>
        <p:spPr>
          <a:xfrm>
            <a:off x="0" y="1874519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project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4F46E5"/>
                </a:solidFill>
                <a:latin typeface="맑은 고딕"/>
                <a:ea typeface="맑은 고딕"/>
              </a:rPr>
              <a:t>사업명</a:t>
            </a:r>
          </a:p>
        </p:txBody>
      </p:sp>
      <p:sp>
        <p:nvSpPr>
          <p:cNvPr id="4" name="cover_title"/>
          <p:cNvSpPr txBox="1"/>
          <p:nvPr/>
        </p:nvSpPr>
        <p:spPr>
          <a:xfrm>
            <a:off x="914400" y="2194560"/>
            <a:ext cx="103327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000" b="1">
                <a:solidFill>
                  <a:srgbClr val="1E293B"/>
                </a:solidFill>
                <a:latin typeface="맑은 고딕"/>
                <a:ea typeface="맑은 고딕"/>
              </a:rPr>
              <a:t>제안서</a:t>
            </a:r>
          </a:p>
        </p:txBody>
      </p:sp>
      <p:sp>
        <p:nvSpPr>
          <p:cNvPr id="5" name="cover_client_label"/>
          <p:cNvSpPr txBox="1"/>
          <p:nvPr/>
        </p:nvSpPr>
        <p:spPr>
          <a:xfrm>
            <a:off x="3931920" y="4297680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1">
                <a:solidFill>
                  <a:srgbClr val="808080"/>
                </a:solidFill>
                <a:latin typeface="맑은 고딕"/>
                <a:ea typeface="맑은 고딕"/>
              </a:rPr>
              <a:t>발주처</a:t>
            </a:r>
          </a:p>
        </p:txBody>
      </p:sp>
      <p:sp>
        <p:nvSpPr>
          <p:cNvPr id="6" name="cover_client"/>
          <p:cNvSpPr txBox="1"/>
          <p:nvPr/>
        </p:nvSpPr>
        <p:spPr>
          <a:xfrm>
            <a:off x="5669280" y="42976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cover_proposer_label"/>
          <p:cNvSpPr txBox="1"/>
          <p:nvPr/>
        </p:nvSpPr>
        <p:spPr>
          <a:xfrm>
            <a:off x="3931920" y="4754880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1">
                <a:solidFill>
                  <a:srgbClr val="808080"/>
                </a:solidFill>
                <a:latin typeface="맑은 고딕"/>
                <a:ea typeface="맑은 고딕"/>
              </a:rPr>
              <a:t>제안사</a:t>
            </a:r>
          </a:p>
        </p:txBody>
      </p:sp>
      <p:sp>
        <p:nvSpPr>
          <p:cNvPr id="8" name="cover_proposer"/>
          <p:cNvSpPr txBox="1"/>
          <p:nvPr/>
        </p:nvSpPr>
        <p:spPr>
          <a:xfrm>
            <a:off x="5669280" y="47548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" name="cover_date_label"/>
          <p:cNvSpPr txBox="1"/>
          <p:nvPr/>
        </p:nvSpPr>
        <p:spPr>
          <a:xfrm>
            <a:off x="3931920" y="5212080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200" b="1">
                <a:solidFill>
                  <a:srgbClr val="808080"/>
                </a:solidFill>
                <a:latin typeface="맑은 고딕"/>
                <a:ea typeface="맑은 고딕"/>
              </a:rPr>
              <a:t>제안일자</a:t>
            </a:r>
          </a:p>
        </p:txBody>
      </p:sp>
      <p:sp>
        <p:nvSpPr>
          <p:cNvPr id="10" name="cover_date"/>
          <p:cNvSpPr txBox="1"/>
          <p:nvPr/>
        </p:nvSpPr>
        <p:spPr>
          <a:xfrm>
            <a:off x="5669280" y="52120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accent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title"/>
          <p:cNvSpPr txBox="1"/>
          <p:nvPr/>
        </p:nvSpPr>
        <p:spPr>
          <a:xfrm>
            <a:off x="713232" y="45720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맑은 고딕"/>
                <a:ea typeface="맑은 고딕"/>
              </a:rPr>
              <a:t>슬라이드 제목</a:t>
            </a:r>
          </a:p>
        </p:txBody>
      </p:sp>
      <p:sp>
        <p:nvSpPr>
          <p:cNvPr id="4" name="title_rule"/>
          <p:cNvSpPr/>
          <p:nvPr/>
        </p:nvSpPr>
        <p:spPr>
          <a:xfrm>
            <a:off x="457200" y="1143000"/>
            <a:ext cx="1127455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_body"/>
          <p:cNvSpPr txBox="1"/>
          <p:nvPr/>
        </p:nvSpPr>
        <p:spPr>
          <a:xfrm>
            <a:off x="713232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4155"/>
                </a:solidFill>
                <a:latin typeface="맑은 고딕"/>
                <a:ea typeface="맑은 고딕"/>
              </a:rPr>
              <a:t>• 핵심 내용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